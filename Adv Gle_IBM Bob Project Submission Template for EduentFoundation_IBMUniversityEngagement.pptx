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1"/>
  </p:notesMasterIdLst>
  <p:sldIdLst>
    <p:sldId id="283" r:id="rId2"/>
    <p:sldId id="257" r:id="rId3"/>
    <p:sldId id="282" r:id="rId4"/>
    <p:sldId id="285" r:id="rId5"/>
    <p:sldId id="278" r:id="rId6"/>
    <p:sldId id="281" r:id="rId7"/>
    <p:sldId id="279" r:id="rId8"/>
    <p:sldId id="291" r:id="rId9"/>
    <p:sldId id="262" r:id="rId10"/>
    <p:sldId id="264" r:id="rId11"/>
    <p:sldId id="290" r:id="rId12"/>
    <p:sldId id="292" r:id="rId13"/>
    <p:sldId id="293" r:id="rId14"/>
    <p:sldId id="286" r:id="rId15"/>
    <p:sldId id="287" r:id="rId16"/>
    <p:sldId id="280" r:id="rId17"/>
    <p:sldId id="288" r:id="rId18"/>
    <p:sldId id="289" r:id="rId19"/>
    <p:sldId id="276"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37A25B-DA5D-A37C-3B36-7F0977405ABF}" v="154" dt="2026-06-19T05:59:42.731"/>
    <p1510:client id="{088AD18C-7811-B1E2-9ED5-57A1A5542DF6}" v="456" dt="2026-06-19T06:28:44.546"/>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704" autoAdjust="0"/>
    <p:restoredTop sz="86575" autoAdjust="0"/>
  </p:normalViewPr>
  <p:slideViewPr>
    <p:cSldViewPr snapToGrid="0">
      <p:cViewPr varScale="1">
        <p:scale>
          <a:sx n="57" d="100"/>
          <a:sy n="57" d="100"/>
        </p:scale>
        <p:origin x="876"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n Shrivastava" userId="S::ashrivastava@edunetfoundation.org::c21995ab-fa37-4cde-b5a3-dec0fb9e9a10" providerId="AD" clId="Web-{088AD18C-7811-B1E2-9ED5-57A1A5542DF6}"/>
    <pc:docChg chg="addSld delSld modSld sldOrd">
      <pc:chgData name="Aman Shrivastava" userId="S::ashrivastava@edunetfoundation.org::c21995ab-fa37-4cde-b5a3-dec0fb9e9a10" providerId="AD" clId="Web-{088AD18C-7811-B1E2-9ED5-57A1A5542DF6}" dt="2026-06-19T06:28:44.546" v="262"/>
      <pc:docMkLst>
        <pc:docMk/>
      </pc:docMkLst>
      <pc:sldChg chg="addSp delSp modSp">
        <pc:chgData name="Aman Shrivastava" userId="S::ashrivastava@edunetfoundation.org::c21995ab-fa37-4cde-b5a3-dec0fb9e9a10" providerId="AD" clId="Web-{088AD18C-7811-B1E2-9ED5-57A1A5542DF6}" dt="2026-06-19T06:24:33.481" v="246"/>
        <pc:sldMkLst>
          <pc:docMk/>
          <pc:sldMk cId="0" sldId="257"/>
        </pc:sldMkLst>
        <pc:spChg chg="add del">
          <ac:chgData name="Aman Shrivastava" userId="S::ashrivastava@edunetfoundation.org::c21995ab-fa37-4cde-b5a3-dec0fb9e9a10" providerId="AD" clId="Web-{088AD18C-7811-B1E2-9ED5-57A1A5542DF6}" dt="2026-06-19T06:20:45.745" v="122"/>
          <ac:spMkLst>
            <pc:docMk/>
            <pc:sldMk cId="0" sldId="257"/>
            <ac:spMk id="2" creationId="{20FC1D0F-7927-693D-B3A8-BEEE7BBB2D18}"/>
          </ac:spMkLst>
        </pc:spChg>
        <pc:spChg chg="add mod">
          <ac:chgData name="Aman Shrivastava" userId="S::ashrivastava@edunetfoundation.org::c21995ab-fa37-4cde-b5a3-dec0fb9e9a10" providerId="AD" clId="Web-{088AD18C-7811-B1E2-9ED5-57A1A5542DF6}" dt="2026-06-19T06:23:34.731" v="211" actId="20577"/>
          <ac:spMkLst>
            <pc:docMk/>
            <pc:sldMk cId="0" sldId="257"/>
            <ac:spMk id="3" creationId="{B0B023FA-CFEB-ACE9-8425-7E72E307CDC5}"/>
          </ac:spMkLst>
        </pc:spChg>
        <pc:spChg chg="add del mod">
          <ac:chgData name="Aman Shrivastava" userId="S::ashrivastava@edunetfoundation.org::c21995ab-fa37-4cde-b5a3-dec0fb9e9a10" providerId="AD" clId="Web-{088AD18C-7811-B1E2-9ED5-57A1A5542DF6}" dt="2026-06-19T06:24:02.481" v="214"/>
          <ac:spMkLst>
            <pc:docMk/>
            <pc:sldMk cId="0" sldId="257"/>
            <ac:spMk id="5" creationId="{8CF059D9-DCD7-9C47-2E79-C5986ADDD187}"/>
          </ac:spMkLst>
        </pc:spChg>
        <pc:spChg chg="add del mod">
          <ac:chgData name="Aman Shrivastava" userId="S::ashrivastava@edunetfoundation.org::c21995ab-fa37-4cde-b5a3-dec0fb9e9a10" providerId="AD" clId="Web-{088AD18C-7811-B1E2-9ED5-57A1A5542DF6}" dt="2026-06-19T06:24:33.481" v="246"/>
          <ac:spMkLst>
            <pc:docMk/>
            <pc:sldMk cId="0" sldId="257"/>
            <ac:spMk id="6" creationId="{351EC9F7-1007-D29E-338A-EEE56747ED3E}"/>
          </ac:spMkLst>
        </pc:spChg>
      </pc:sldChg>
      <pc:sldChg chg="addSp delSp modSp">
        <pc:chgData name="Aman Shrivastava" userId="S::ashrivastava@edunetfoundation.org::c21995ab-fa37-4cde-b5a3-dec0fb9e9a10" providerId="AD" clId="Web-{088AD18C-7811-B1E2-9ED5-57A1A5542DF6}" dt="2026-06-19T06:15:34.945" v="78" actId="1076"/>
        <pc:sldMkLst>
          <pc:docMk/>
          <pc:sldMk cId="0" sldId="262"/>
        </pc:sldMkLst>
        <pc:picChg chg="add mod">
          <ac:chgData name="Aman Shrivastava" userId="S::ashrivastava@edunetfoundation.org::c21995ab-fa37-4cde-b5a3-dec0fb9e9a10" providerId="AD" clId="Web-{088AD18C-7811-B1E2-9ED5-57A1A5542DF6}" dt="2026-06-19T06:15:34.945" v="78" actId="1076"/>
          <ac:picMkLst>
            <pc:docMk/>
            <pc:sldMk cId="0" sldId="262"/>
            <ac:picMk id="3" creationId="{81932CE2-F219-0CA8-0102-55B8C682B8A2}"/>
          </ac:picMkLst>
        </pc:picChg>
        <pc:picChg chg="del">
          <ac:chgData name="Aman Shrivastava" userId="S::ashrivastava@edunetfoundation.org::c21995ab-fa37-4cde-b5a3-dec0fb9e9a10" providerId="AD" clId="Web-{088AD18C-7811-B1E2-9ED5-57A1A5542DF6}" dt="2026-06-19T06:15:23.585" v="76"/>
          <ac:picMkLst>
            <pc:docMk/>
            <pc:sldMk cId="0" sldId="262"/>
            <ac:picMk id="178" creationId="{00000000-0000-0000-0000-000000000000}"/>
          </ac:picMkLst>
        </pc:picChg>
      </pc:sldChg>
      <pc:sldChg chg="addSp delSp modSp">
        <pc:chgData name="Aman Shrivastava" userId="S::ashrivastava@edunetfoundation.org::c21995ab-fa37-4cde-b5a3-dec0fb9e9a10" providerId="AD" clId="Web-{088AD18C-7811-B1E2-9ED5-57A1A5542DF6}" dt="2026-06-19T06:25:36.169" v="257" actId="20577"/>
        <pc:sldMkLst>
          <pc:docMk/>
          <pc:sldMk cId="2115484872" sldId="277"/>
        </pc:sldMkLst>
        <pc:spChg chg="add mod">
          <ac:chgData name="Aman Shrivastava" userId="S::ashrivastava@edunetfoundation.org::c21995ab-fa37-4cde-b5a3-dec0fb9e9a10" providerId="AD" clId="Web-{088AD18C-7811-B1E2-9ED5-57A1A5542DF6}" dt="2026-06-19T06:25:32.075" v="255" actId="20577"/>
          <ac:spMkLst>
            <pc:docMk/>
            <pc:sldMk cId="2115484872" sldId="277"/>
            <ac:spMk id="14" creationId="{7B8E599E-5B1D-59CD-4F1D-CEF8D0CA327B}"/>
          </ac:spMkLst>
        </pc:spChg>
        <pc:spChg chg="add mod">
          <ac:chgData name="Aman Shrivastava" userId="S::ashrivastava@edunetfoundation.org::c21995ab-fa37-4cde-b5a3-dec0fb9e9a10" providerId="AD" clId="Web-{088AD18C-7811-B1E2-9ED5-57A1A5542DF6}" dt="2026-06-19T06:25:36.169" v="257" actId="20577"/>
          <ac:spMkLst>
            <pc:docMk/>
            <pc:sldMk cId="2115484872" sldId="277"/>
            <ac:spMk id="15" creationId="{B22EA981-5113-2D05-C1A2-169306E1D47C}"/>
          </ac:spMkLst>
        </pc:spChg>
        <pc:picChg chg="del mod">
          <ac:chgData name="Aman Shrivastava" userId="S::ashrivastava@edunetfoundation.org::c21995ab-fa37-4cde-b5a3-dec0fb9e9a10" providerId="AD" clId="Web-{088AD18C-7811-B1E2-9ED5-57A1A5542DF6}" dt="2026-06-19T06:18:45.275" v="79"/>
          <ac:picMkLst>
            <pc:docMk/>
            <pc:sldMk cId="2115484872" sldId="277"/>
            <ac:picMk id="2" creationId="{E9DB3200-E2EC-A058-B02D-E1510060484E}"/>
          </ac:picMkLst>
        </pc:picChg>
        <pc:picChg chg="del">
          <ac:chgData name="Aman Shrivastava" userId="S::ashrivastava@edunetfoundation.org::c21995ab-fa37-4cde-b5a3-dec0fb9e9a10" providerId="AD" clId="Web-{088AD18C-7811-B1E2-9ED5-57A1A5542DF6}" dt="2026-06-19T06:18:46.790" v="80"/>
          <ac:picMkLst>
            <pc:docMk/>
            <pc:sldMk cId="2115484872" sldId="277"/>
            <ac:picMk id="3" creationId="{03614573-D426-9337-9C0E-5207B9123920}"/>
          </ac:picMkLst>
        </pc:picChg>
        <pc:picChg chg="add mod">
          <ac:chgData name="Aman Shrivastava" userId="S::ashrivastava@edunetfoundation.org::c21995ab-fa37-4cde-b5a3-dec0fb9e9a10" providerId="AD" clId="Web-{088AD18C-7811-B1E2-9ED5-57A1A5542DF6}" dt="2026-06-19T06:25:26.403" v="253" actId="1076"/>
          <ac:picMkLst>
            <pc:docMk/>
            <pc:sldMk cId="2115484872" sldId="277"/>
            <ac:picMk id="12" creationId="{3E29AF1D-88C4-87E5-74DF-4E97121E06CE}"/>
          </ac:picMkLst>
        </pc:picChg>
        <pc:picChg chg="add mod">
          <ac:chgData name="Aman Shrivastava" userId="S::ashrivastava@edunetfoundation.org::c21995ab-fa37-4cde-b5a3-dec0fb9e9a10" providerId="AD" clId="Web-{088AD18C-7811-B1E2-9ED5-57A1A5542DF6}" dt="2026-06-19T06:25:26.403" v="254" actId="1076"/>
          <ac:picMkLst>
            <pc:docMk/>
            <pc:sldMk cId="2115484872" sldId="277"/>
            <ac:picMk id="13" creationId="{C81444F5-0692-DD67-1759-70821E53B029}"/>
          </ac:picMkLst>
        </pc:picChg>
        <pc:inkChg chg="add del">
          <ac:chgData name="Aman Shrivastava" userId="S::ashrivastava@edunetfoundation.org::c21995ab-fa37-4cde-b5a3-dec0fb9e9a10" providerId="AD" clId="Web-{088AD18C-7811-B1E2-9ED5-57A1A5542DF6}" dt="2026-06-19T05:51:50.431" v="39"/>
          <ac:inkMkLst>
            <pc:docMk/>
            <pc:sldMk cId="2115484872" sldId="277"/>
            <ac:inkMk id="4" creationId="{339FEE3F-7BE8-8E7A-6A09-16BCB25AB1EE}"/>
          </ac:inkMkLst>
        </pc:inkChg>
        <pc:inkChg chg="add del">
          <ac:chgData name="Aman Shrivastava" userId="S::ashrivastava@edunetfoundation.org::c21995ab-fa37-4cde-b5a3-dec0fb9e9a10" providerId="AD" clId="Web-{088AD18C-7811-B1E2-9ED5-57A1A5542DF6}" dt="2026-06-19T05:52:04.134" v="45"/>
          <ac:inkMkLst>
            <pc:docMk/>
            <pc:sldMk cId="2115484872" sldId="277"/>
            <ac:inkMk id="6" creationId="{A89955C5-BB88-2BD8-C3DC-B49AE1FA753F}"/>
          </ac:inkMkLst>
        </pc:inkChg>
        <pc:inkChg chg="add del">
          <ac:chgData name="Aman Shrivastava" userId="S::ashrivastava@edunetfoundation.org::c21995ab-fa37-4cde-b5a3-dec0fb9e9a10" providerId="AD" clId="Web-{088AD18C-7811-B1E2-9ED5-57A1A5542DF6}" dt="2026-06-19T05:52:03.634" v="44"/>
          <ac:inkMkLst>
            <pc:docMk/>
            <pc:sldMk cId="2115484872" sldId="277"/>
            <ac:inkMk id="7" creationId="{215511CE-958D-7751-754D-0682F725A052}"/>
          </ac:inkMkLst>
        </pc:inkChg>
        <pc:inkChg chg="add del">
          <ac:chgData name="Aman Shrivastava" userId="S::ashrivastava@edunetfoundation.org::c21995ab-fa37-4cde-b5a3-dec0fb9e9a10" providerId="AD" clId="Web-{088AD18C-7811-B1E2-9ED5-57A1A5542DF6}" dt="2026-06-19T05:52:03.275" v="43"/>
          <ac:inkMkLst>
            <pc:docMk/>
            <pc:sldMk cId="2115484872" sldId="277"/>
            <ac:inkMk id="8" creationId="{54C6AFEC-9CCE-EC84-7FBE-A4154B140DC8}"/>
          </ac:inkMkLst>
        </pc:inkChg>
        <pc:inkChg chg="add del">
          <ac:chgData name="Aman Shrivastava" userId="S::ashrivastava@edunetfoundation.org::c21995ab-fa37-4cde-b5a3-dec0fb9e9a10" providerId="AD" clId="Web-{088AD18C-7811-B1E2-9ED5-57A1A5542DF6}" dt="2026-06-19T06:18:51.150" v="81"/>
          <ac:inkMkLst>
            <pc:docMk/>
            <pc:sldMk cId="2115484872" sldId="277"/>
            <ac:inkMk id="9" creationId="{4288BD03-6EE6-7ADE-E088-246DCEBA2D0E}"/>
          </ac:inkMkLst>
        </pc:inkChg>
        <pc:inkChg chg="add del">
          <ac:chgData name="Aman Shrivastava" userId="S::ashrivastava@edunetfoundation.org::c21995ab-fa37-4cde-b5a3-dec0fb9e9a10" providerId="AD" clId="Web-{088AD18C-7811-B1E2-9ED5-57A1A5542DF6}" dt="2026-06-19T06:18:53.494" v="82"/>
          <ac:inkMkLst>
            <pc:docMk/>
            <pc:sldMk cId="2115484872" sldId="277"/>
            <ac:inkMk id="10" creationId="{64412BAE-99D1-29B6-F8E0-FFAEAC5EF7CE}"/>
          </ac:inkMkLst>
        </pc:inkChg>
        <pc:inkChg chg="add del">
          <ac:chgData name="Aman Shrivastava" userId="S::ashrivastava@edunetfoundation.org::c21995ab-fa37-4cde-b5a3-dec0fb9e9a10" providerId="AD" clId="Web-{088AD18C-7811-B1E2-9ED5-57A1A5542DF6}" dt="2026-06-19T06:06:19.409" v="69"/>
          <ac:inkMkLst>
            <pc:docMk/>
            <pc:sldMk cId="2115484872" sldId="277"/>
            <ac:inkMk id="11" creationId="{75A70817-4D26-F5D5-7B43-3BF146ADCFA3}"/>
          </ac:inkMkLst>
        </pc:inkChg>
      </pc:sldChg>
      <pc:sldChg chg="addSp delSp modSp add del ord">
        <pc:chgData name="Aman Shrivastava" userId="S::ashrivastava@edunetfoundation.org::c21995ab-fa37-4cde-b5a3-dec0fb9e9a10" providerId="AD" clId="Web-{088AD18C-7811-B1E2-9ED5-57A1A5542DF6}" dt="2026-06-19T06:28:44.546" v="262"/>
        <pc:sldMkLst>
          <pc:docMk/>
          <pc:sldMk cId="3764405840" sldId="278"/>
        </pc:sldMkLst>
        <pc:spChg chg="add del mod">
          <ac:chgData name="Aman Shrivastava" userId="S::ashrivastava@edunetfoundation.org::c21995ab-fa37-4cde-b5a3-dec0fb9e9a10" providerId="AD" clId="Web-{088AD18C-7811-B1E2-9ED5-57A1A5542DF6}" dt="2026-06-19T06:06:19.065" v="68" actId="20577"/>
          <ac:spMkLst>
            <pc:docMk/>
            <pc:sldMk cId="3764405840" sldId="278"/>
            <ac:spMk id="2" creationId="{151FBD4A-3273-E454-091D-D5B0678FC299}"/>
          </ac:spMkLst>
        </pc:spChg>
      </pc:sldChg>
      <pc:sldChg chg="addSp delSp modSp">
        <pc:chgData name="Aman Shrivastava" userId="S::ashrivastava@edunetfoundation.org::c21995ab-fa37-4cde-b5a3-dec0fb9e9a10" providerId="AD" clId="Web-{088AD18C-7811-B1E2-9ED5-57A1A5542DF6}" dt="2026-06-19T06:11:15.349" v="75" actId="1076"/>
        <pc:sldMkLst>
          <pc:docMk/>
          <pc:sldMk cId="2772501912" sldId="279"/>
        </pc:sldMkLst>
        <pc:picChg chg="del">
          <ac:chgData name="Aman Shrivastava" userId="S::ashrivastava@edunetfoundation.org::c21995ab-fa37-4cde-b5a3-dec0fb9e9a10" providerId="AD" clId="Web-{088AD18C-7811-B1E2-9ED5-57A1A5542DF6}" dt="2026-06-19T06:09:56.270" v="70"/>
          <ac:picMkLst>
            <pc:docMk/>
            <pc:sldMk cId="2772501912" sldId="279"/>
            <ac:picMk id="3" creationId="{11BF3590-52D3-DC9D-2C84-E66D9597D77D}"/>
          </ac:picMkLst>
        </pc:picChg>
        <pc:picChg chg="add mod">
          <ac:chgData name="Aman Shrivastava" userId="S::ashrivastava@edunetfoundation.org::c21995ab-fa37-4cde-b5a3-dec0fb9e9a10" providerId="AD" clId="Web-{088AD18C-7811-B1E2-9ED5-57A1A5542DF6}" dt="2026-06-19T06:11:15.349" v="75" actId="1076"/>
          <ac:picMkLst>
            <pc:docMk/>
            <pc:sldMk cId="2772501912" sldId="279"/>
            <ac:picMk id="4" creationId="{C597681A-DF93-B190-DD21-CBAEDA4E3CBF}"/>
          </ac:picMkLst>
        </pc:picChg>
      </pc:sldChg>
      <pc:sldChg chg="addSp del">
        <pc:chgData name="Aman Shrivastava" userId="S::ashrivastava@edunetfoundation.org::c21995ab-fa37-4cde-b5a3-dec0fb9e9a10" providerId="AD" clId="Web-{088AD18C-7811-B1E2-9ED5-57A1A5542DF6}" dt="2026-06-19T06:28:32.545" v="260"/>
        <pc:sldMkLst>
          <pc:docMk/>
          <pc:sldMk cId="4218467252" sldId="284"/>
        </pc:sldMkLst>
        <pc:inkChg chg="add">
          <ac:chgData name="Aman Shrivastava" userId="S::ashrivastava@edunetfoundation.org::c21995ab-fa37-4cde-b5a3-dec0fb9e9a10" providerId="AD" clId="Web-{088AD18C-7811-B1E2-9ED5-57A1A5542DF6}" dt="2026-06-19T06:02:12.187" v="49"/>
          <ac:inkMkLst>
            <pc:docMk/>
            <pc:sldMk cId="4218467252" sldId="284"/>
            <ac:inkMk id="4" creationId="{022D0B6B-16B4-5876-55B2-3ACEECC98828}"/>
          </ac:inkMkLst>
        </pc:inkChg>
      </pc:sldChg>
      <pc:sldChg chg="addSp delSp ord">
        <pc:chgData name="Aman Shrivastava" userId="S::ashrivastava@edunetfoundation.org::c21995ab-fa37-4cde-b5a3-dec0fb9e9a10" providerId="AD" clId="Web-{088AD18C-7811-B1E2-9ED5-57A1A5542DF6}" dt="2026-06-19T06:27:30.076" v="259"/>
        <pc:sldMkLst>
          <pc:docMk/>
          <pc:sldMk cId="2605851928" sldId="287"/>
        </pc:sldMkLst>
        <pc:spChg chg="add del">
          <ac:chgData name="Aman Shrivastava" userId="S::ashrivastava@edunetfoundation.org::c21995ab-fa37-4cde-b5a3-dec0fb9e9a10" providerId="AD" clId="Web-{088AD18C-7811-B1E2-9ED5-57A1A5542DF6}" dt="2026-06-19T05:52:06.978" v="46"/>
          <ac:spMkLst>
            <pc:docMk/>
            <pc:sldMk cId="2605851928" sldId="287"/>
            <ac:spMk id="2" creationId="{22776EB6-691D-8F86-ABF4-9D27BDFB77FE}"/>
          </ac:spMkLst>
        </pc:spChg>
      </pc:sldChg>
      <pc:sldChg chg="addSp delSp modSp new">
        <pc:chgData name="Aman Shrivastava" userId="S::ashrivastava@edunetfoundation.org::c21995ab-fa37-4cde-b5a3-dec0fb9e9a10" providerId="AD" clId="Web-{088AD18C-7811-B1E2-9ED5-57A1A5542DF6}" dt="2026-06-19T05:49:31.148" v="36" actId="20577"/>
        <pc:sldMkLst>
          <pc:docMk/>
          <pc:sldMk cId="1229047658" sldId="288"/>
        </pc:sldMkLst>
        <pc:spChg chg="del">
          <ac:chgData name="Aman Shrivastava" userId="S::ashrivastava@edunetfoundation.org::c21995ab-fa37-4cde-b5a3-dec0fb9e9a10" providerId="AD" clId="Web-{088AD18C-7811-B1E2-9ED5-57A1A5542DF6}" dt="2026-06-19T05:41:05.877" v="1"/>
          <ac:spMkLst>
            <pc:docMk/>
            <pc:sldMk cId="1229047658" sldId="288"/>
            <ac:spMk id="2" creationId="{DF28AC7D-07EA-A945-E96E-15036A9DB45D}"/>
          </ac:spMkLst>
        </pc:spChg>
        <pc:spChg chg="del">
          <ac:chgData name="Aman Shrivastava" userId="S::ashrivastava@edunetfoundation.org::c21995ab-fa37-4cde-b5a3-dec0fb9e9a10" providerId="AD" clId="Web-{088AD18C-7811-B1E2-9ED5-57A1A5542DF6}" dt="2026-06-19T05:41:09.174" v="2"/>
          <ac:spMkLst>
            <pc:docMk/>
            <pc:sldMk cId="1229047658" sldId="288"/>
            <ac:spMk id="3" creationId="{6E0CE283-F2CE-BB1E-A169-02FBC85A94BA}"/>
          </ac:spMkLst>
        </pc:spChg>
        <pc:spChg chg="add mod">
          <ac:chgData name="Aman Shrivastava" userId="S::ashrivastava@edunetfoundation.org::c21995ab-fa37-4cde-b5a3-dec0fb9e9a10" providerId="AD" clId="Web-{088AD18C-7811-B1E2-9ED5-57A1A5542DF6}" dt="2026-06-19T05:49:31.148" v="36" actId="20577"/>
          <ac:spMkLst>
            <pc:docMk/>
            <pc:sldMk cId="1229047658" sldId="288"/>
            <ac:spMk id="6" creationId="{3F1C7BCA-5DD7-F4D3-A937-D1C56976DA01}"/>
          </ac:spMkLst>
        </pc:spChg>
        <pc:picChg chg="add mod">
          <ac:chgData name="Aman Shrivastava" userId="S::ashrivastava@edunetfoundation.org::c21995ab-fa37-4cde-b5a3-dec0fb9e9a10" providerId="AD" clId="Web-{088AD18C-7811-B1E2-9ED5-57A1A5542DF6}" dt="2026-06-19T05:48:40.427" v="14" actId="14100"/>
          <ac:picMkLst>
            <pc:docMk/>
            <pc:sldMk cId="1229047658" sldId="288"/>
            <ac:picMk id="4" creationId="{AD88C341-1F2F-9B6F-593F-2917E7E23DCB}"/>
          </ac:picMkLst>
        </pc:picChg>
        <pc:picChg chg="add mod">
          <ac:chgData name="Aman Shrivastava" userId="S::ashrivastava@edunetfoundation.org::c21995ab-fa37-4cde-b5a3-dec0fb9e9a10" providerId="AD" clId="Web-{088AD18C-7811-B1E2-9ED5-57A1A5542DF6}" dt="2026-06-19T05:48:32.318" v="12" actId="14100"/>
          <ac:picMkLst>
            <pc:docMk/>
            <pc:sldMk cId="1229047658" sldId="288"/>
            <ac:picMk id="5" creationId="{78BE1AD4-7C9B-6215-1BD9-9999437CD770}"/>
          </ac:picMkLst>
        </pc:picChg>
      </pc:sldChg>
    </pc:docChg>
  </pc:docChgLst>
  <pc:docChgLst>
    <pc:chgData name="Aswini Kumar Motapothula" userId="S::aswinikumar@edunetfoundation.org::8849ae8d-bc89-4217-899c-9440ffcae5bb" providerId="AD" clId="Web-{0037A25B-DA5D-A37C-3B36-7F0977405ABF}"/>
    <pc:docChg chg="addSld modSld">
      <pc:chgData name="Aswini Kumar Motapothula" userId="S::aswinikumar@edunetfoundation.org::8849ae8d-bc89-4217-899c-9440ffcae5bb" providerId="AD" clId="Web-{0037A25B-DA5D-A37C-3B36-7F0977405ABF}" dt="2026-06-19T05:59:39.887" v="95" actId="20577"/>
      <pc:docMkLst>
        <pc:docMk/>
      </pc:docMkLst>
      <pc:sldChg chg="addSp delSp modSp">
        <pc:chgData name="Aswini Kumar Motapothula" userId="S::aswinikumar@edunetfoundation.org::8849ae8d-bc89-4217-899c-9440ffcae5bb" providerId="AD" clId="Web-{0037A25B-DA5D-A37C-3B36-7F0977405ABF}" dt="2026-06-19T05:59:39.887" v="95" actId="20577"/>
        <pc:sldMkLst>
          <pc:docMk/>
          <pc:sldMk cId="1229047658" sldId="288"/>
        </pc:sldMkLst>
        <pc:spChg chg="add del">
          <ac:chgData name="Aswini Kumar Motapothula" userId="S::aswinikumar@edunetfoundation.org::8849ae8d-bc89-4217-899c-9440ffcae5bb" providerId="AD" clId="Web-{0037A25B-DA5D-A37C-3B36-7F0977405ABF}" dt="2026-06-19T05:52:55.794" v="1"/>
          <ac:spMkLst>
            <pc:docMk/>
            <pc:sldMk cId="1229047658" sldId="288"/>
            <ac:spMk id="2" creationId="{AEE9AF93-8291-7FBB-4169-9C96AABF542F}"/>
          </ac:spMkLst>
        </pc:spChg>
        <pc:spChg chg="add mod">
          <ac:chgData name="Aswini Kumar Motapothula" userId="S::aswinikumar@edunetfoundation.org::8849ae8d-bc89-4217-899c-9440ffcae5bb" providerId="AD" clId="Web-{0037A25B-DA5D-A37C-3B36-7F0977405ABF}" dt="2026-06-19T05:59:39.887" v="95" actId="20577"/>
          <ac:spMkLst>
            <pc:docMk/>
            <pc:sldMk cId="1229047658" sldId="288"/>
            <ac:spMk id="3" creationId="{4837D5EE-379B-FDC5-0854-8AC81D31FADF}"/>
          </ac:spMkLst>
        </pc:spChg>
        <pc:picChg chg="mod">
          <ac:chgData name="Aswini Kumar Motapothula" userId="S::aswinikumar@edunetfoundation.org::8849ae8d-bc89-4217-899c-9440ffcae5bb" providerId="AD" clId="Web-{0037A25B-DA5D-A37C-3B36-7F0977405ABF}" dt="2026-06-19T05:54:10.419" v="46" actId="1076"/>
          <ac:picMkLst>
            <pc:docMk/>
            <pc:sldMk cId="1229047658" sldId="288"/>
            <ac:picMk id="4" creationId="{AD88C341-1F2F-9B6F-593F-2917E7E23DCB}"/>
          </ac:picMkLst>
        </pc:picChg>
        <pc:picChg chg="del mod">
          <ac:chgData name="Aswini Kumar Motapothula" userId="S::aswinikumar@edunetfoundation.org::8849ae8d-bc89-4217-899c-9440ffcae5bb" providerId="AD" clId="Web-{0037A25B-DA5D-A37C-3B36-7F0977405ABF}" dt="2026-06-19T05:54:19.904" v="49"/>
          <ac:picMkLst>
            <pc:docMk/>
            <pc:sldMk cId="1229047658" sldId="288"/>
            <ac:picMk id="5" creationId="{78BE1AD4-7C9B-6215-1BD9-9999437CD770}"/>
          </ac:picMkLst>
        </pc:picChg>
      </pc:sldChg>
      <pc:sldChg chg="addSp delSp modSp new">
        <pc:chgData name="Aswini Kumar Motapothula" userId="S::aswinikumar@edunetfoundation.org::8849ae8d-bc89-4217-899c-9440ffcae5bb" providerId="AD" clId="Web-{0037A25B-DA5D-A37C-3B36-7F0977405ABF}" dt="2026-06-19T05:55:38.278" v="91" actId="1076"/>
        <pc:sldMkLst>
          <pc:docMk/>
          <pc:sldMk cId="2506610743" sldId="289"/>
        </pc:sldMkLst>
        <pc:spChg chg="del">
          <ac:chgData name="Aswini Kumar Motapothula" userId="S::aswinikumar@edunetfoundation.org::8849ae8d-bc89-4217-899c-9440ffcae5bb" providerId="AD" clId="Web-{0037A25B-DA5D-A37C-3B36-7F0977405ABF}" dt="2026-06-19T05:54:27.466" v="53"/>
          <ac:spMkLst>
            <pc:docMk/>
            <pc:sldMk cId="2506610743" sldId="289"/>
            <ac:spMk id="2" creationId="{CB0171ED-6665-28B2-1F95-D5DB94297A27}"/>
          </ac:spMkLst>
        </pc:spChg>
        <pc:spChg chg="del">
          <ac:chgData name="Aswini Kumar Motapothula" userId="S::aswinikumar@edunetfoundation.org::8849ae8d-bc89-4217-899c-9440ffcae5bb" providerId="AD" clId="Web-{0037A25B-DA5D-A37C-3B36-7F0977405ABF}" dt="2026-06-19T05:54:30.450" v="54"/>
          <ac:spMkLst>
            <pc:docMk/>
            <pc:sldMk cId="2506610743" sldId="289"/>
            <ac:spMk id="3" creationId="{7D69201D-F352-BEC5-9310-979DE8898B63}"/>
          </ac:spMkLst>
        </pc:spChg>
        <pc:spChg chg="add mod">
          <ac:chgData name="Aswini Kumar Motapothula" userId="S::aswinikumar@edunetfoundation.org::8849ae8d-bc89-4217-899c-9440ffcae5bb" providerId="AD" clId="Web-{0037A25B-DA5D-A37C-3B36-7F0977405ABF}" dt="2026-06-19T05:54:43.950" v="57" actId="1076"/>
          <ac:spMkLst>
            <pc:docMk/>
            <pc:sldMk cId="2506610743" sldId="289"/>
            <ac:spMk id="5" creationId="{CA8544A9-CF92-3FAF-D3EE-31DF90F7A64D}"/>
          </ac:spMkLst>
        </pc:spChg>
        <pc:spChg chg="add mod">
          <ac:chgData name="Aswini Kumar Motapothula" userId="S::aswinikumar@edunetfoundation.org::8849ae8d-bc89-4217-899c-9440ffcae5bb" providerId="AD" clId="Web-{0037A25B-DA5D-A37C-3B36-7F0977405ABF}" dt="2026-06-19T05:55:27.278" v="87" actId="20577"/>
          <ac:spMkLst>
            <pc:docMk/>
            <pc:sldMk cId="2506610743" sldId="289"/>
            <ac:spMk id="6" creationId="{C0D36B1A-26C2-CD55-1032-4CB5E4EDF305}"/>
          </ac:spMkLst>
        </pc:spChg>
        <pc:picChg chg="add mod modCrop">
          <ac:chgData name="Aswini Kumar Motapothula" userId="S::aswinikumar@edunetfoundation.org::8849ae8d-bc89-4217-899c-9440ffcae5bb" providerId="AD" clId="Web-{0037A25B-DA5D-A37C-3B36-7F0977405ABF}" dt="2026-06-19T05:55:38.278" v="91" actId="1076"/>
          <ac:picMkLst>
            <pc:docMk/>
            <pc:sldMk cId="2506610743" sldId="289"/>
            <ac:picMk id="4" creationId="{099C3698-991D-7A38-C456-893C84C23FC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IBM Bob”</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198496999"/>
              </p:ext>
            </p:extLst>
          </p:nvPr>
        </p:nvGraphicFramePr>
        <p:xfrm>
          <a:off x="1206163" y="2600315"/>
          <a:ext cx="9789900" cy="2167128"/>
        </p:xfrm>
        <a:graphic>
          <a:graphicData uri="http://schemas.openxmlformats.org/drawingml/2006/table">
            <a:tbl>
              <a:tblPr>
                <a:noFill/>
                <a:tableStyleId>{0AAD8F4D-43EB-41E5-8A38-28AB6DFB1B60}</a:tableStyleId>
              </a:tblPr>
              <a:tblGrid>
                <a:gridCol w="2386350">
                  <a:extLst>
                    <a:ext uri="{9D8B030D-6E8A-4147-A177-3AD203B41FA5}">
                      <a16:colId xmlns:a16="http://schemas.microsoft.com/office/drawing/2014/main" val="20000"/>
                    </a:ext>
                  </a:extLst>
                </a:gridCol>
                <a:gridCol w="2467850">
                  <a:extLst>
                    <a:ext uri="{9D8B030D-6E8A-4147-A177-3AD203B41FA5}">
                      <a16:colId xmlns:a16="http://schemas.microsoft.com/office/drawing/2014/main" val="20002"/>
                    </a:ext>
                  </a:extLst>
                </a:gridCol>
                <a:gridCol w="2467850">
                  <a:extLst>
                    <a:ext uri="{9D8B030D-6E8A-4147-A177-3AD203B41FA5}">
                      <a16:colId xmlns:a16="http://schemas.microsoft.com/office/drawing/2014/main" val="20003"/>
                    </a:ext>
                  </a:extLst>
                </a:gridCol>
                <a:gridCol w="2467850">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IN" sz="1600" dirty="0"/>
                        <a:t>AMRUTA  ANANT GOUDA</a:t>
                      </a:r>
                      <a:endParaRPr sz="16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sz="1800" dirty="0"/>
                        <a:t>amrutagouda20@gmail.com</a:t>
                      </a: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sz="1800" dirty="0"/>
                        <a:t>9481735585</a:t>
                      </a: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Internet of Things(IoT).</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523220"/>
          </a:xfrm>
          <a:prstGeom prst="rect">
            <a:avLst/>
          </a:prstGeom>
          <a:noFill/>
        </p:spPr>
        <p:txBody>
          <a:bodyPr wrap="square" rtlCol="0">
            <a:spAutoFit/>
          </a:bodyPr>
          <a:lstStyle/>
          <a:p>
            <a:r>
              <a:rPr lang="en-US" sz="2400" b="1" dirty="0"/>
              <a:t>Project Tile – </a:t>
            </a:r>
            <a:r>
              <a:rPr lang="en-IN" sz="2800" b="1" dirty="0"/>
              <a:t>Smart</a:t>
            </a:r>
            <a:r>
              <a:rPr lang="en-IN" sz="2400" b="1" dirty="0"/>
              <a:t> IoT Device Troubleshooting Chatbot</a:t>
            </a:r>
            <a:endParaRPr lang="en-IN" sz="2400" b="1" dirty="0">
              <a:highlight>
                <a:srgbClr val="FFFF00"/>
              </a:highlight>
            </a:endParaRPr>
          </a:p>
        </p:txBody>
      </p:sp>
      <p:pic>
        <p:nvPicPr>
          <p:cNvPr id="5" name="Picture 4">
            <a:extLst>
              <a:ext uri="{FF2B5EF4-FFF2-40B4-BE49-F238E27FC236}">
                <a16:creationId xmlns:a16="http://schemas.microsoft.com/office/drawing/2014/main" id="{B08384FB-FBFE-F65E-86D6-0052EC22D28C}"/>
              </a:ext>
            </a:extLst>
          </p:cNvPr>
          <p:cNvPicPr>
            <a:picLocks noChangeAspect="1"/>
          </p:cNvPicPr>
          <p:nvPr/>
        </p:nvPicPr>
        <p:blipFill>
          <a:blip r:embed="rId3"/>
          <a:srcRect t="3637"/>
          <a:stretch>
            <a:fillRect/>
          </a:stretch>
        </p:blipFill>
        <p:spPr>
          <a:xfrm>
            <a:off x="4360832" y="3609474"/>
            <a:ext cx="1328463" cy="101512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792480" y="1239326"/>
            <a:ext cx="10607040" cy="4647426"/>
          </a:xfrm>
          <a:prstGeom prst="rect">
            <a:avLst/>
          </a:prstGeom>
          <a:noFill/>
        </p:spPr>
        <p:txBody>
          <a:bodyPr wrap="square" rtlCol="0">
            <a:spAutoFit/>
          </a:bodyPr>
          <a:lstStyle/>
          <a:p>
            <a:r>
              <a:rPr lang="en-US" sz="2400" b="1" dirty="0"/>
              <a:t>Smart IoT Device Troubleshooting Chatbot</a:t>
            </a:r>
          </a:p>
          <a:p>
            <a:endParaRPr lang="en-US" sz="2400" b="1" dirty="0"/>
          </a:p>
          <a:p>
            <a:r>
              <a:rPr lang="en-US" sz="2400" b="1" dirty="0"/>
              <a:t>The Challenge</a:t>
            </a:r>
            <a:r>
              <a:rPr lang="en-US" sz="2000" b="1" dirty="0"/>
              <a:t>:</a:t>
            </a:r>
          </a:p>
          <a:p>
            <a:r>
              <a:rPr lang="en-US" sz="2000" dirty="0"/>
              <a:t>     IoT devices are widely used in homes, industries, and other connected environments. Users often face connectivity, configuration, firmware, and compatibility issues. Troubleshooting these problems can be difficult without technical knowledge .Finding solutions through manuals and customer support can be time-consuming.</a:t>
            </a:r>
          </a:p>
          <a:p>
            <a:endParaRPr lang="en-US" sz="2000" dirty="0"/>
          </a:p>
          <a:p>
            <a:r>
              <a:rPr lang="en-IN" sz="2400" b="1" dirty="0"/>
              <a:t>The Objective</a:t>
            </a:r>
          </a:p>
          <a:p>
            <a:pPr marL="342900" indent="-342900">
              <a:buFont typeface="Wingdings" panose="05000000000000000000" pitchFamily="2" charset="2"/>
              <a:buChar char="§"/>
            </a:pPr>
            <a:r>
              <a:rPr lang="en-IN" sz="2000" dirty="0"/>
              <a:t>Develop an AI-powered chatbot to identify and resolve IoT device issues. Understand user problems through natural language.</a:t>
            </a:r>
          </a:p>
          <a:p>
            <a:pPr marL="342900" indent="-342900">
              <a:buFont typeface="Wingdings" panose="05000000000000000000" pitchFamily="2" charset="2"/>
              <a:buChar char="§"/>
            </a:pPr>
            <a:r>
              <a:rPr lang="en-IN" sz="2000" dirty="0"/>
              <a:t>Retrieve relevant information from IoT documentation using RAG.</a:t>
            </a:r>
          </a:p>
          <a:p>
            <a:pPr marL="342900" indent="-342900">
              <a:buFont typeface="Wingdings" panose="05000000000000000000" pitchFamily="2" charset="2"/>
              <a:buChar char="§"/>
            </a:pPr>
            <a:r>
              <a:rPr lang="en-IN" sz="2000" dirty="0"/>
              <a:t>Provide clear, step-by-step troubleshooting solutions</a:t>
            </a:r>
          </a:p>
          <a:p>
            <a:pPr marL="342900" indent="-342900">
              <a:buFont typeface="Wingdings" panose="05000000000000000000" pitchFamily="2" charset="2"/>
              <a:buChar char="§"/>
            </a:pPr>
            <a:r>
              <a:rPr lang="en-IN" sz="2000" dirty="0"/>
              <a:t>.Offer an interactive chatbot for quick and effective technical support.</a:t>
            </a:r>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318022"/>
            <a:ext cx="10607040" cy="5324535"/>
          </a:xfrm>
          <a:prstGeom prst="rect">
            <a:avLst/>
          </a:prstGeom>
          <a:noFill/>
        </p:spPr>
        <p:txBody>
          <a:bodyPr wrap="square" rtlCol="0">
            <a:spAutoFit/>
          </a:bodyPr>
          <a:lstStyle/>
          <a:p>
            <a:r>
              <a:rPr lang="en-US" sz="1800" b="1" dirty="0"/>
              <a:t>Proposed Solution– Proposed Solution: AI-Powered IoT Troubleshooting Assistant</a:t>
            </a:r>
          </a:p>
          <a:p>
            <a:endParaRPr lang="en-US" sz="1600" dirty="0"/>
          </a:p>
          <a:p>
            <a:r>
              <a:rPr lang="en-US" sz="1800" dirty="0"/>
              <a:t>The proposed solution is an AI-powered chatbot designed to identify and resolve IoT device issues related to connectivity, configuration, firmware, and compatibility using AI and natural language processing.</a:t>
            </a:r>
          </a:p>
          <a:p>
            <a:r>
              <a:rPr lang="en-US" sz="1800" dirty="0"/>
              <a:t>The system uses a Retrieval-Augmented Generation (RAG) pipeline to retrieve relevant information from IoT manuals, technical documentation, FAQs, and troubleshooting guides to provide accurate solutions.</a:t>
            </a:r>
          </a:p>
          <a:p>
            <a:r>
              <a:rPr lang="en-US" sz="1800" b="1" dirty="0"/>
              <a:t>The system consists of four key agents:</a:t>
            </a:r>
          </a:p>
          <a:p>
            <a:pPr marL="342900" indent="-342900">
              <a:buAutoNum type="arabicPeriod"/>
            </a:pPr>
            <a:r>
              <a:rPr lang="en-US" sz="1800" dirty="0"/>
              <a:t>IoT Knowledge Agent: Retrieves relevant troubleshooting information using RAG.</a:t>
            </a:r>
          </a:p>
          <a:p>
            <a:pPr marL="342900" indent="-342900">
              <a:buAutoNum type="arabicPeriod"/>
            </a:pPr>
            <a:r>
              <a:rPr lang="en-US" sz="1800" dirty="0"/>
              <a:t>Issue Detection Agent: Identifies device problems from user queries.</a:t>
            </a:r>
          </a:p>
          <a:p>
            <a:pPr marL="342900" indent="-342900">
              <a:buAutoNum type="arabicPeriod"/>
            </a:pPr>
            <a:r>
              <a:rPr lang="en-US" sz="1800" dirty="0"/>
              <a:t>Troubleshooting Agent: Provides clear, step-by-step solutions.</a:t>
            </a:r>
          </a:p>
          <a:p>
            <a:pPr marL="342900" indent="-342900">
              <a:buAutoNum type="arabicPeriod"/>
            </a:pPr>
            <a:r>
              <a:rPr lang="en-US" sz="1800" dirty="0"/>
              <a:t>Solution Verification Agent: Checks whether the issue is resolved and suggests alternatives if needed.</a:t>
            </a:r>
          </a:p>
          <a:p>
            <a:endParaRPr lang="en-US" sz="1800" dirty="0"/>
          </a:p>
          <a:p>
            <a:r>
              <a:rPr lang="en-US" sz="1800" dirty="0"/>
              <a:t>The solution includes an interactive chatbot that allows users to describe their problems in natural language and receive simple, personalized instructions.</a:t>
            </a:r>
          </a:p>
          <a:p>
            <a:r>
              <a:rPr lang="en-US" sz="1800" dirty="0"/>
              <a:t>Overall, the system provides a user-friendly IoT support assistant that reduces troubleshooting time and helps users resolve technical issues efficiently.</a:t>
            </a:r>
            <a:endParaRPr lang="en-IN" sz="1800"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601533"/>
          </a:xfrm>
          <a:prstGeom prst="rect">
            <a:avLst/>
          </a:prstGeom>
          <a:noFill/>
        </p:spPr>
        <p:txBody>
          <a:bodyPr wrap="square" rtlCol="0">
            <a:spAutoFit/>
          </a:bodyPr>
          <a:lstStyle/>
          <a:p>
            <a:pPr marL="285750" indent="-285750">
              <a:buFont typeface="Arial" panose="020B0604020202020204" pitchFamily="34" charset="0"/>
              <a:buChar char="•"/>
            </a:pPr>
            <a:r>
              <a:rPr lang="en-US" sz="1800" b="1" dirty="0"/>
              <a:t>IBM Bob Platform </a:t>
            </a:r>
            <a:r>
              <a:rPr lang="en-US" sz="1800" dirty="0"/>
              <a:t>– For designing and orchestrating AI agent workflows.</a:t>
            </a:r>
          </a:p>
          <a:p>
            <a:pPr marL="285750" indent="-285750">
              <a:buFont typeface="Arial" panose="020B0604020202020204" pitchFamily="34" charset="0"/>
              <a:buChar char="•"/>
            </a:pPr>
            <a:endParaRPr lang="en-US" sz="1800" b="1" dirty="0"/>
          </a:p>
          <a:p>
            <a:pPr marL="285750" indent="-285750">
              <a:buFont typeface="Arial" panose="020B0604020202020204" pitchFamily="34" charset="0"/>
              <a:buChar char="•"/>
            </a:pPr>
            <a:r>
              <a:rPr lang="en-US" sz="1800" b="1" dirty="0"/>
              <a:t>IBM Granite Model</a:t>
            </a:r>
            <a:r>
              <a:rPr lang="en-US" sz="1800" dirty="0"/>
              <a:t> – For understanding user queries, reasoning, and generating troubleshooting solutions.</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 </a:t>
            </a:r>
            <a:r>
              <a:rPr lang="en-US" sz="1800" b="1" dirty="0"/>
              <a:t>Python (</a:t>
            </a:r>
            <a:r>
              <a:rPr lang="en-US" sz="1800" b="1" dirty="0" err="1"/>
              <a:t>FastAPI</a:t>
            </a:r>
            <a:r>
              <a:rPr lang="en-US" sz="1800" b="1" dirty="0"/>
              <a:t>) </a:t>
            </a:r>
            <a:r>
              <a:rPr lang="en-US" sz="1800" dirty="0"/>
              <a:t>– For developing the chatbot backend and handling user requests.</a:t>
            </a:r>
          </a:p>
          <a:p>
            <a:pPr marL="285750" indent="-285750">
              <a:buFont typeface="Arial" panose="020B0604020202020204" pitchFamily="34" charset="0"/>
              <a:buChar char="•"/>
            </a:pPr>
            <a:endParaRPr lang="en-US" sz="1800" b="1" dirty="0"/>
          </a:p>
          <a:p>
            <a:pPr marL="285750" indent="-285750">
              <a:buFont typeface="Arial" panose="020B0604020202020204" pitchFamily="34" charset="0"/>
              <a:buChar char="•"/>
            </a:pPr>
            <a:r>
              <a:rPr lang="en-US" sz="1800" b="1" dirty="0"/>
              <a:t>RAG (Retrieval-Augmented Generation) – </a:t>
            </a:r>
            <a:r>
              <a:rPr lang="en-US" sz="1800" dirty="0"/>
              <a:t>To retrieve relevant information from IoT manuals and technical documentation before generating answers.</a:t>
            </a:r>
          </a:p>
          <a:p>
            <a:pPr marL="285750" indent="-285750">
              <a:buFont typeface="Arial" panose="020B0604020202020204" pitchFamily="34" charset="0"/>
              <a:buChar char="•"/>
            </a:pPr>
            <a:endParaRPr lang="en-US" sz="1800" b="1" dirty="0"/>
          </a:p>
          <a:p>
            <a:pPr marL="285750" indent="-285750">
              <a:buFont typeface="Arial" panose="020B0604020202020204" pitchFamily="34" charset="0"/>
              <a:buChar char="•"/>
            </a:pPr>
            <a:r>
              <a:rPr lang="en-US" sz="1800" b="1" dirty="0" err="1"/>
              <a:t>LangChain</a:t>
            </a:r>
            <a:r>
              <a:rPr lang="en-US" sz="1800" b="1" dirty="0"/>
              <a:t> </a:t>
            </a:r>
            <a:r>
              <a:rPr lang="en-US" sz="1800" dirty="0"/>
              <a:t>– For connecting AI models with document retrieval and chatbot workflows.</a:t>
            </a:r>
          </a:p>
          <a:p>
            <a:pPr marL="285750" indent="-285750">
              <a:buFont typeface="Arial" panose="020B0604020202020204" pitchFamily="34" charset="0"/>
              <a:buChar char="•"/>
            </a:pPr>
            <a:endParaRPr lang="en-US" sz="1800" b="1" dirty="0"/>
          </a:p>
          <a:p>
            <a:pPr marL="285750" indent="-285750">
              <a:buFont typeface="Arial" panose="020B0604020202020204" pitchFamily="34" charset="0"/>
              <a:buChar char="•"/>
            </a:pPr>
            <a:r>
              <a:rPr lang="en-US" sz="1800" b="1" dirty="0"/>
              <a:t>Vector Database (FAISS) –</a:t>
            </a:r>
            <a:r>
              <a:rPr lang="en-US" sz="1800" dirty="0"/>
              <a:t> For storing and retrieving relevant IoT troubleshooting information.</a:t>
            </a:r>
          </a:p>
          <a:p>
            <a:pPr marL="285750" indent="-285750">
              <a:buFont typeface="Arial" panose="020B0604020202020204" pitchFamily="34" charset="0"/>
              <a:buChar char="•"/>
            </a:pPr>
            <a:endParaRPr lang="en-US" sz="1800" b="1" dirty="0"/>
          </a:p>
          <a:p>
            <a:pPr marL="285750" indent="-285750">
              <a:buFont typeface="Arial" panose="020B0604020202020204" pitchFamily="34" charset="0"/>
              <a:buChar char="•"/>
            </a:pPr>
            <a:r>
              <a:rPr lang="en-US" sz="1800" b="1" dirty="0"/>
              <a:t>Sentence Transformers – </a:t>
            </a:r>
            <a:r>
              <a:rPr lang="en-US" sz="1800" dirty="0"/>
              <a:t>For converting IoT documentation into embeddings for semantic search.</a:t>
            </a:r>
          </a:p>
          <a:p>
            <a:pPr marL="285750" indent="-285750">
              <a:buFont typeface="Arial" panose="020B0604020202020204" pitchFamily="34" charset="0"/>
              <a:buChar char="•"/>
            </a:pPr>
            <a:endParaRPr lang="en-US" sz="1800" b="1" dirty="0"/>
          </a:p>
          <a:p>
            <a:pPr marL="285750" indent="-285750">
              <a:buFont typeface="Arial" panose="020B0604020202020204" pitchFamily="34" charset="0"/>
              <a:buChar char="•"/>
            </a:pPr>
            <a:r>
              <a:rPr lang="en-US" sz="1800" b="1" dirty="0" err="1"/>
              <a:t>Streamlit</a:t>
            </a:r>
            <a:r>
              <a:rPr lang="en-US" sz="1800" b="1" dirty="0"/>
              <a:t> / HTML, CSS – </a:t>
            </a:r>
            <a:r>
              <a:rPr lang="en-US" sz="1800" dirty="0"/>
              <a:t>For building a simple, interactive chatbot interface.</a:t>
            </a:r>
          </a:p>
          <a:p>
            <a:endParaRPr lang="en-US" sz="2000"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a:sym typeface="Times New Roman"/>
              </a:rPr>
              <a:t>Required Files created using IBM bob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537590" y="1626386"/>
            <a:ext cx="10283406" cy="4739759"/>
          </a:xfrm>
          <a:prstGeom prst="rect">
            <a:avLst/>
          </a:prstGeom>
          <a:noFill/>
        </p:spPr>
        <p:txBody>
          <a:bodyPr wrap="square" rtlCol="0">
            <a:spAutoFit/>
          </a:bodyPr>
          <a:lstStyle/>
          <a:p>
            <a:pPr marL="342900" indent="-342900">
              <a:buFont typeface="+mj-lt"/>
              <a:buAutoNum type="arabicPeriod"/>
            </a:pPr>
            <a:endParaRPr lang="en-US" dirty="0"/>
          </a:p>
          <a:p>
            <a:pPr marL="342900" indent="-342900">
              <a:buFont typeface="+mj-lt"/>
              <a:buAutoNum type="arabicPeriod"/>
            </a:pPr>
            <a:r>
              <a:rPr lang="en-US" sz="1800" dirty="0"/>
              <a:t>App.py</a:t>
            </a:r>
          </a:p>
          <a:p>
            <a:pPr marL="342900" indent="-342900">
              <a:buFont typeface="+mj-lt"/>
              <a:buAutoNum type="arabicPeriod"/>
            </a:pPr>
            <a:endParaRPr lang="en-US" sz="1800" dirty="0"/>
          </a:p>
          <a:p>
            <a:pPr marL="342900" indent="-342900">
              <a:buFont typeface="+mj-lt"/>
              <a:buAutoNum type="arabicPeriod"/>
            </a:pPr>
            <a:r>
              <a:rPr lang="en-US" sz="1800" dirty="0"/>
              <a:t>Requirements.txt</a:t>
            </a:r>
          </a:p>
          <a:p>
            <a:pPr marL="342900" indent="-342900">
              <a:buFont typeface="+mj-lt"/>
              <a:buAutoNum type="arabicPeriod"/>
            </a:pPr>
            <a:endParaRPr lang="en-US" sz="1800" dirty="0"/>
          </a:p>
          <a:p>
            <a:pPr marL="342900" indent="-342900">
              <a:buFont typeface="+mj-lt"/>
              <a:buAutoNum type="arabicPeriod"/>
            </a:pPr>
            <a:r>
              <a:rPr lang="en-US" sz="1800" dirty="0"/>
              <a:t>Style.css </a:t>
            </a:r>
          </a:p>
          <a:p>
            <a:pPr marL="342900" indent="-342900">
              <a:buFont typeface="+mj-lt"/>
              <a:buAutoNum type="arabicPeriod"/>
            </a:pPr>
            <a:endParaRPr lang="en-US" sz="1800" dirty="0"/>
          </a:p>
          <a:p>
            <a:pPr marL="342900" indent="-342900">
              <a:buFont typeface="+mj-lt"/>
              <a:buAutoNum type="arabicPeriod"/>
            </a:pPr>
            <a:r>
              <a:rPr lang="en-US" sz="1800" dirty="0"/>
              <a:t>.env</a:t>
            </a:r>
          </a:p>
          <a:p>
            <a:pPr marL="342900" indent="-342900">
              <a:buFont typeface="+mj-lt"/>
              <a:buAutoNum type="arabicPeriod"/>
            </a:pPr>
            <a:endParaRPr lang="en-US" sz="1800" dirty="0"/>
          </a:p>
          <a:p>
            <a:pPr marL="342900" indent="-342900">
              <a:buFont typeface="+mj-lt"/>
              <a:buAutoNum type="arabicPeriod"/>
            </a:pPr>
            <a:r>
              <a:rPr lang="en-US" sz="1800" dirty="0"/>
              <a:t>Index.html</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pic>
        <p:nvPicPr>
          <p:cNvPr id="6" name="Picture 5">
            <a:extLst>
              <a:ext uri="{FF2B5EF4-FFF2-40B4-BE49-F238E27FC236}">
                <a16:creationId xmlns:a16="http://schemas.microsoft.com/office/drawing/2014/main" id="{B70101E8-9D5B-7FF5-F4BC-AB3566F99D51}"/>
              </a:ext>
            </a:extLst>
          </p:cNvPr>
          <p:cNvPicPr>
            <a:picLocks noChangeAspect="1"/>
          </p:cNvPicPr>
          <p:nvPr/>
        </p:nvPicPr>
        <p:blipFill>
          <a:blip r:embed="rId3"/>
          <a:srcRect b="2801"/>
          <a:stretch>
            <a:fillRect/>
          </a:stretch>
        </p:blipFill>
        <p:spPr>
          <a:xfrm>
            <a:off x="4650978" y="1728439"/>
            <a:ext cx="6489089" cy="4277725"/>
          </a:xfrm>
          <a:prstGeom prst="rect">
            <a:avLst/>
          </a:prstGeom>
        </p:spPr>
      </p:pic>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 </a:t>
            </a:r>
            <a:r>
              <a:rPr lang="en-US" sz="2400" b="1" dirty="0">
                <a:solidFill>
                  <a:srgbClr val="051D3A"/>
                </a:solidFill>
                <a:latin typeface="Times New Roman"/>
                <a:ea typeface="Times New Roman"/>
                <a:cs typeface="Times New Roman"/>
                <a:sym typeface="Times New Roman"/>
              </a:rPr>
              <a:t>Style.CSS</a:t>
            </a:r>
            <a:r>
              <a:rPr lang="en-US" sz="2400" b="1" i="0" u="none" strike="noStrike" cap="none" dirty="0">
                <a:solidFill>
                  <a:srgbClr val="051D3A"/>
                </a:solidFill>
                <a:latin typeface="Times New Roman"/>
                <a:ea typeface="Times New Roman"/>
                <a:cs typeface="Times New Roman"/>
                <a:sym typeface="Times New Roman"/>
              </a:rPr>
              <a:t>:</a:t>
            </a:r>
            <a:endParaRPr sz="2400" b="1" dirty="0">
              <a:sym typeface="Times New Roman"/>
            </a:endParaRPr>
          </a:p>
        </p:txBody>
      </p:sp>
      <p:pic>
        <p:nvPicPr>
          <p:cNvPr id="4" name="Picture 3">
            <a:extLst>
              <a:ext uri="{FF2B5EF4-FFF2-40B4-BE49-F238E27FC236}">
                <a16:creationId xmlns:a16="http://schemas.microsoft.com/office/drawing/2014/main" id="{E4BA64CC-BA75-1D73-8E72-363A7FF48FB5}"/>
              </a:ext>
            </a:extLst>
          </p:cNvPr>
          <p:cNvPicPr>
            <a:picLocks noChangeAspect="1"/>
          </p:cNvPicPr>
          <p:nvPr/>
        </p:nvPicPr>
        <p:blipFill>
          <a:blip r:embed="rId3"/>
          <a:srcRect b="6026"/>
          <a:stretch>
            <a:fillRect/>
          </a:stretch>
        </p:blipFill>
        <p:spPr>
          <a:xfrm>
            <a:off x="2877015" y="1028700"/>
            <a:ext cx="8692685" cy="5052184"/>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B10C255-FB10-49ED-601E-CBA5279D34E6}"/>
              </a:ext>
            </a:extLst>
          </p:cNvPr>
          <p:cNvPicPr>
            <a:picLocks noChangeAspect="1"/>
          </p:cNvPicPr>
          <p:nvPr/>
        </p:nvPicPr>
        <p:blipFill>
          <a:blip r:embed="rId2"/>
          <a:srcRect b="6992"/>
          <a:stretch>
            <a:fillRect/>
          </a:stretch>
        </p:blipFill>
        <p:spPr>
          <a:xfrm>
            <a:off x="2802466" y="1049867"/>
            <a:ext cx="8586657" cy="4492288"/>
          </a:xfrm>
          <a:prstGeom prst="rect">
            <a:avLst/>
          </a:prstGeom>
        </p:spPr>
      </p:pic>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360691" y="227224"/>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 for IBM bob:</a:t>
            </a:r>
            <a:endParaRPr lang="en-US" sz="2400" dirty="0"/>
          </a:p>
        </p:txBody>
      </p:sp>
      <p:sp>
        <p:nvSpPr>
          <p:cNvPr id="8" name="AutoShape 6">
            <a:extLst>
              <a:ext uri="{FF2B5EF4-FFF2-40B4-BE49-F238E27FC236}">
                <a16:creationId xmlns:a16="http://schemas.microsoft.com/office/drawing/2014/main" id="{E9F2A500-A5A9-34B7-8A47-01B4E14DE698}"/>
              </a:ext>
            </a:extLst>
          </p:cNvPr>
          <p:cNvSpPr>
            <a:spLocks noChangeAspect="1" noChangeArrowheads="1"/>
          </p:cNvSpPr>
          <p:nvPr/>
        </p:nvSpPr>
        <p:spPr bwMode="auto">
          <a:xfrm>
            <a:off x="8455793" y="4431631"/>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 name="Picture 9">
            <a:extLst>
              <a:ext uri="{FF2B5EF4-FFF2-40B4-BE49-F238E27FC236}">
                <a16:creationId xmlns:a16="http://schemas.microsoft.com/office/drawing/2014/main" id="{DC995B71-818B-D226-955D-0A02DEBA673F}"/>
              </a:ext>
            </a:extLst>
          </p:cNvPr>
          <p:cNvPicPr>
            <a:picLocks noChangeAspect="1"/>
          </p:cNvPicPr>
          <p:nvPr/>
        </p:nvPicPr>
        <p:blipFill>
          <a:blip r:embed="rId3"/>
          <a:srcRect l="25343" t="19998" r="25000" b="21222"/>
          <a:stretch>
            <a:fillRect/>
          </a:stretch>
        </p:blipFill>
        <p:spPr>
          <a:xfrm>
            <a:off x="1799924" y="749441"/>
            <a:ext cx="7565457" cy="520200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5" name="TextBox 4">
            <a:extLst>
              <a:ext uri="{FF2B5EF4-FFF2-40B4-BE49-F238E27FC236}">
                <a16:creationId xmlns:a16="http://schemas.microsoft.com/office/drawing/2014/main" id="{B6218524-3DDA-A32E-D35C-5883B925058A}"/>
              </a:ext>
            </a:extLst>
          </p:cNvPr>
          <p:cNvSpPr txBox="1"/>
          <p:nvPr/>
        </p:nvSpPr>
        <p:spPr>
          <a:xfrm>
            <a:off x="1159933" y="1405467"/>
            <a:ext cx="5080000" cy="3323987"/>
          </a:xfrm>
          <a:prstGeom prst="rect">
            <a:avLst/>
          </a:prstGeom>
          <a:noFill/>
        </p:spPr>
        <p:txBody>
          <a:bodyPr wrap="square">
            <a:spAutoFit/>
          </a:bodyPr>
          <a:lstStyle/>
          <a:p>
            <a:r>
              <a:rPr lang="en-IN" sz="2000" b="1" dirty="0"/>
              <a:t>Role of Agentic AI in </a:t>
            </a:r>
            <a:r>
              <a:rPr lang="en-IN" sz="2000" b="1" dirty="0" err="1"/>
              <a:t>IoTroubleshooting</a:t>
            </a:r>
            <a:endParaRPr lang="en-IN" sz="2000" b="1" dirty="0"/>
          </a:p>
          <a:p>
            <a:pPr marL="285750" indent="-285750">
              <a:buFont typeface="Arial" panose="020B0604020202020204" pitchFamily="34" charset="0"/>
              <a:buChar char="•"/>
            </a:pPr>
            <a:endParaRPr lang="en-IN" b="1" dirty="0"/>
          </a:p>
          <a:p>
            <a:pPr marL="285750" indent="-285750">
              <a:buFont typeface="Arial" panose="020B0604020202020204" pitchFamily="34" charset="0"/>
              <a:buChar char="•"/>
            </a:pPr>
            <a:r>
              <a:rPr lang="en-IN" sz="1600" b="1" dirty="0"/>
              <a:t>Autonomous Diagnosis:</a:t>
            </a:r>
            <a:r>
              <a:rPr lang="en-IN" sz="1600" dirty="0"/>
              <a:t> Identifies IoT device problems intelligently.</a:t>
            </a:r>
          </a:p>
          <a:p>
            <a:pPr marL="285750" indent="-285750">
              <a:buFont typeface="Arial" panose="020B0604020202020204" pitchFamily="34" charset="0"/>
              <a:buChar char="•"/>
            </a:pPr>
            <a:r>
              <a:rPr lang="en-IN" sz="1600" dirty="0"/>
              <a:t> </a:t>
            </a:r>
            <a:r>
              <a:rPr lang="en-IN" sz="1600" b="1" dirty="0"/>
              <a:t>Multi-Agent System</a:t>
            </a:r>
            <a:r>
              <a:rPr lang="en-IN" sz="1600" dirty="0"/>
              <a:t>: Uses specialized agents for symptom analysis, knowledge retrieval, and solution generation</a:t>
            </a:r>
          </a:p>
          <a:p>
            <a:pPr marL="285750" indent="-285750">
              <a:buFont typeface="Arial" panose="020B0604020202020204" pitchFamily="34" charset="0"/>
              <a:buChar char="•"/>
            </a:pPr>
            <a:r>
              <a:rPr lang="en-IN" sz="1600" b="1" dirty="0"/>
              <a:t>Context Awareness</a:t>
            </a:r>
            <a:r>
              <a:rPr lang="en-IN" sz="1600" dirty="0"/>
              <a:t>: Considers device models, error codes, and network status.</a:t>
            </a:r>
          </a:p>
          <a:p>
            <a:pPr marL="285750" indent="-285750">
              <a:buFont typeface="Arial" panose="020B0604020202020204" pitchFamily="34" charset="0"/>
              <a:buChar char="•"/>
            </a:pPr>
            <a:r>
              <a:rPr lang="en-IN" sz="1600" b="1" dirty="0"/>
              <a:t>Adaptive Solutions</a:t>
            </a:r>
            <a:r>
              <a:rPr lang="en-IN" sz="1600" dirty="0"/>
              <a:t>: Updates troubleshooting steps based on user feedback.</a:t>
            </a:r>
          </a:p>
          <a:p>
            <a:pPr marL="285750" indent="-285750">
              <a:buFont typeface="Arial" panose="020B0604020202020204" pitchFamily="34" charset="0"/>
              <a:buChar char="•"/>
            </a:pPr>
            <a:r>
              <a:rPr lang="en-IN" sz="1600" b="1" dirty="0"/>
              <a:t>Intelligent Support</a:t>
            </a:r>
            <a:r>
              <a:rPr lang="en-IN" sz="1600" dirty="0"/>
              <a:t>: Acts as a smart digital technician to resolve issues quickly</a:t>
            </a:r>
            <a:r>
              <a:rPr lang="en-IN" dirty="0"/>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5" name="Picture 4">
            <a:extLst>
              <a:ext uri="{FF2B5EF4-FFF2-40B4-BE49-F238E27FC236}">
                <a16:creationId xmlns:a16="http://schemas.microsoft.com/office/drawing/2014/main" id="{7DC2C731-4E43-8514-1B5E-0A4C062E76C6}"/>
              </a:ext>
            </a:extLst>
          </p:cNvPr>
          <p:cNvPicPr>
            <a:picLocks noChangeAspect="1"/>
          </p:cNvPicPr>
          <p:nvPr/>
        </p:nvPicPr>
        <p:blipFill>
          <a:blip r:embed="rId3"/>
          <a:srcRect l="590" t="6282" r="-590" b="-6282"/>
          <a:stretch>
            <a:fillRect/>
          </a:stretch>
        </p:blipFill>
        <p:spPr>
          <a:xfrm>
            <a:off x="2375415" y="1044264"/>
            <a:ext cx="9091195" cy="4769473"/>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172178D3-96FB-66AB-9416-98684F63DDF7}"/>
              </a:ext>
            </a:extLst>
          </p:cNvPr>
          <p:cNvPicPr>
            <a:picLocks noChangeAspect="1"/>
          </p:cNvPicPr>
          <p:nvPr/>
        </p:nvPicPr>
        <p:blipFill>
          <a:blip r:embed="rId3"/>
          <a:srcRect l="16849" t="-1138" r="435" b="1138"/>
          <a:stretch>
            <a:fillRect/>
          </a:stretch>
        </p:blipFill>
        <p:spPr>
          <a:xfrm>
            <a:off x="2408663" y="1348406"/>
            <a:ext cx="9188606" cy="5230813"/>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5" name="Picture 4">
            <a:extLst>
              <a:ext uri="{FF2B5EF4-FFF2-40B4-BE49-F238E27FC236}">
                <a16:creationId xmlns:a16="http://schemas.microsoft.com/office/drawing/2014/main" id="{3CCCF0E7-0DDF-D28E-3215-37F6D30C6240}"/>
              </a:ext>
            </a:extLst>
          </p:cNvPr>
          <p:cNvPicPr>
            <a:picLocks noChangeAspect="1"/>
          </p:cNvPicPr>
          <p:nvPr/>
        </p:nvPicPr>
        <p:blipFill>
          <a:blip r:embed="rId3"/>
          <a:srcRect t="13436" r="10085" b="7505"/>
          <a:stretch>
            <a:fillRect/>
          </a:stretch>
        </p:blipFill>
        <p:spPr>
          <a:xfrm>
            <a:off x="573741" y="1696487"/>
            <a:ext cx="9350844" cy="4425533"/>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621123" y="1363125"/>
            <a:ext cx="11301984" cy="4093428"/>
          </a:xfrm>
          <a:prstGeom prst="rect">
            <a:avLst/>
          </a:prstGeom>
          <a:noFill/>
        </p:spPr>
        <p:txBody>
          <a:bodyPr wrap="square" rtlCol="0">
            <a:spAutoFit/>
          </a:bodyPr>
          <a:lstStyle/>
          <a:p>
            <a:pPr marL="342900" indent="-342900">
              <a:buFont typeface="Wingdings" panose="05000000000000000000" pitchFamily="2" charset="2"/>
              <a:buChar char="§"/>
            </a:pPr>
            <a:r>
              <a:rPr lang="en-US" sz="2000" b="1" dirty="0"/>
              <a:t>AI-Based Diagnosis</a:t>
            </a:r>
            <a:r>
              <a:rPr lang="en-US" sz="2000" dirty="0"/>
              <a:t>: Understands IoT device problems described in natural language.</a:t>
            </a:r>
          </a:p>
          <a:p>
            <a:pPr marL="342900" indent="-342900">
              <a:buFont typeface="Wingdings" panose="05000000000000000000" pitchFamily="2" charset="2"/>
              <a:buChar char="§"/>
            </a:pPr>
            <a:r>
              <a:rPr lang="en-US" sz="2000" b="1" dirty="0"/>
              <a:t>RAG-Based Knowledge</a:t>
            </a:r>
            <a:r>
              <a:rPr lang="en-US" sz="2000" dirty="0"/>
              <a:t> </a:t>
            </a:r>
            <a:r>
              <a:rPr lang="en-US" sz="2000" b="1" dirty="0"/>
              <a:t>Retrieval</a:t>
            </a:r>
            <a:r>
              <a:rPr lang="en-US" sz="2000" dirty="0"/>
              <a:t>: Retrieves relevant information from IoT manuals and troubleshooting guides.</a:t>
            </a:r>
          </a:p>
          <a:p>
            <a:pPr marL="342900" indent="-342900">
              <a:buFont typeface="Wingdings" panose="05000000000000000000" pitchFamily="2" charset="2"/>
              <a:buChar char="§"/>
            </a:pPr>
            <a:r>
              <a:rPr lang="en-US" sz="2000" b="1" dirty="0"/>
              <a:t>Personalized Solutions</a:t>
            </a:r>
            <a:r>
              <a:rPr lang="en-US" sz="2000" dirty="0"/>
              <a:t>: Provides step-by-step troubleshooting instructions based on the user's specific issue.</a:t>
            </a:r>
          </a:p>
          <a:p>
            <a:pPr marL="342900" indent="-342900">
              <a:buFont typeface="Wingdings" panose="05000000000000000000" pitchFamily="2" charset="2"/>
              <a:buChar char="§"/>
            </a:pPr>
            <a:r>
              <a:rPr lang="en-US" sz="2000" b="1" dirty="0"/>
              <a:t>Context-Aware Conversations:</a:t>
            </a:r>
            <a:r>
              <a:rPr lang="en-US" sz="2000" dirty="0"/>
              <a:t> Uses previous messages to provide relevant follow-up guidance.</a:t>
            </a:r>
          </a:p>
          <a:p>
            <a:pPr marL="342900" indent="-342900">
              <a:buFont typeface="Wingdings" panose="05000000000000000000" pitchFamily="2" charset="2"/>
              <a:buChar char="§"/>
            </a:pPr>
            <a:r>
              <a:rPr lang="en-US" sz="2000" b="1" dirty="0"/>
              <a:t>Intelligent Error Analysis: </a:t>
            </a:r>
            <a:r>
              <a:rPr lang="en-US" sz="2000" dirty="0"/>
              <a:t>Identifies possible causes of connectivity, configuration, and firmware issues.</a:t>
            </a:r>
          </a:p>
          <a:p>
            <a:pPr marL="342900" indent="-342900">
              <a:buFont typeface="Wingdings" panose="05000000000000000000" pitchFamily="2" charset="2"/>
              <a:buChar char="§"/>
            </a:pPr>
            <a:r>
              <a:rPr lang="en-US" sz="2000" b="1" dirty="0"/>
              <a:t>Beginner-Friendly Support</a:t>
            </a:r>
            <a:r>
              <a:rPr lang="en-US" sz="2000" dirty="0"/>
              <a:t>: Explains technical solutions in simple language for non-technical users.</a:t>
            </a:r>
          </a:p>
          <a:p>
            <a:pPr marL="342900" indent="-342900">
              <a:buFont typeface="Wingdings" panose="05000000000000000000" pitchFamily="2" charset="2"/>
              <a:buChar char="§"/>
            </a:pPr>
            <a:r>
              <a:rPr lang="en-US" sz="2000" b="1" dirty="0"/>
              <a:t>Faster Problem Resolution: </a:t>
            </a:r>
            <a:r>
              <a:rPr lang="en-US" sz="2000" dirty="0"/>
              <a:t>Reduces the time spent searching manuals and contacting customer support.</a:t>
            </a:r>
            <a:endParaRPr lang="en-IN" sz="2000" dirty="0"/>
          </a:p>
        </p:txBody>
      </p:sp>
    </p:spTree>
    <p:extLst>
      <p:ext uri="{BB962C8B-B14F-4D97-AF65-F5344CB8AC3E}">
        <p14:creationId xmlns:p14="http://schemas.microsoft.com/office/powerpoint/2010/main" val="9179641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393947"/>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marL="0" marR="0" lvl="0" indent="0" algn="l" rtl="0">
              <a:lnSpc>
                <a:spcPct val="162162"/>
              </a:lnSpc>
              <a:spcBef>
                <a:spcPts val="0"/>
              </a:spcBef>
              <a:spcAft>
                <a:spcPts val="0"/>
              </a:spcAft>
              <a:buClr>
                <a:srgbClr val="2B3541"/>
              </a:buClr>
              <a:buSzPts val="1850"/>
              <a:buFont typeface="Times New Roman"/>
              <a:buNone/>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a:t>
            </a: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br>
              <a:rPr lang="en-US" sz="1850" dirty="0">
                <a:solidFill>
                  <a:srgbClr val="2B3541"/>
                </a:solidFill>
                <a:latin typeface="Times New Roman"/>
                <a:ea typeface="Times New Roman"/>
                <a:cs typeface="Times New Roman"/>
                <a:sym typeface="Times New Roman"/>
              </a:rPr>
            </a:br>
            <a:r>
              <a:rPr lang="en-US" sz="1850" dirty="0">
                <a:solidFill>
                  <a:srgbClr val="2B3541"/>
                </a:solidFill>
                <a:latin typeface="Times New Roman"/>
                <a:ea typeface="Times New Roman"/>
                <a:cs typeface="Times New Roman"/>
                <a:sym typeface="Times New Roman"/>
              </a:rPr>
              <a:t>1) All Agent relevant files of IBM Cloud , 2) yourproblemstatement.pdf file  3) your projectpresntation.pptx file 4)any other files </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33116" y="3360215"/>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592022"/>
          </a:xfrm>
          <a:prstGeom prst="rect">
            <a:avLst/>
          </a:prstGeom>
          <a:noFill/>
          <a:ln>
            <a:noFill/>
          </a:ln>
        </p:spPr>
        <p:txBody>
          <a:bodyPr spcFirstLastPara="1" wrap="square" lIns="0" tIns="0" rIns="0" bIns="0" anchor="t" anchorCtr="0">
            <a:noAutofit/>
          </a:bodyPr>
          <a:lstStyle/>
          <a:p>
            <a:pPr marL="342900" lvl="0" indent="-342900">
              <a:lnSpc>
                <a:spcPct val="162162"/>
              </a:lnSpc>
              <a:buClr>
                <a:srgbClr val="2B3541"/>
              </a:buClr>
              <a:buSzPts val="1850"/>
              <a:buFont typeface="Arial" panose="020B0604020202020204" pitchFamily="34" charset="0"/>
              <a:buChar char="•"/>
            </a:pPr>
            <a:r>
              <a:rPr lang="en-US" sz="2000" b="1" dirty="0">
                <a:latin typeface="Times New Roman"/>
                <a:ea typeface="Times New Roman"/>
                <a:cs typeface="Times New Roman"/>
                <a:sym typeface="Times New Roman"/>
              </a:rPr>
              <a:t>Real-Time IoT Monitoring: </a:t>
            </a:r>
            <a:r>
              <a:rPr lang="en-US" sz="2000" dirty="0">
                <a:latin typeface="Times New Roman"/>
                <a:ea typeface="Times New Roman"/>
                <a:cs typeface="Times New Roman"/>
                <a:sym typeface="Times New Roman"/>
              </a:rPr>
              <a:t>Connect with IoT devices to monitor their status in real time.</a:t>
            </a:r>
          </a:p>
          <a:p>
            <a:pPr marL="342900" lvl="0" indent="-342900">
              <a:lnSpc>
                <a:spcPct val="162162"/>
              </a:lnSpc>
              <a:buClr>
                <a:srgbClr val="2B3541"/>
              </a:buClr>
              <a:buSzPts val="1850"/>
              <a:buFont typeface="Arial" panose="020B0604020202020204" pitchFamily="34" charset="0"/>
              <a:buChar char="•"/>
            </a:pPr>
            <a:r>
              <a:rPr lang="en-US" sz="2000" b="1" dirty="0">
                <a:latin typeface="Times New Roman"/>
                <a:ea typeface="Times New Roman"/>
                <a:cs typeface="Times New Roman"/>
                <a:sym typeface="Times New Roman"/>
              </a:rPr>
              <a:t>Predictive Maintenance</a:t>
            </a:r>
            <a:r>
              <a:rPr lang="en-US" sz="2000" dirty="0">
                <a:latin typeface="Times New Roman"/>
                <a:ea typeface="Times New Roman"/>
                <a:cs typeface="Times New Roman"/>
                <a:sym typeface="Times New Roman"/>
              </a:rPr>
              <a:t>: Predict potential device failures before they occur.</a:t>
            </a:r>
          </a:p>
          <a:p>
            <a:pPr marL="342900" lvl="0" indent="-342900">
              <a:lnSpc>
                <a:spcPct val="162162"/>
              </a:lnSpc>
              <a:buClr>
                <a:srgbClr val="2B3541"/>
              </a:buClr>
              <a:buSzPts val="1850"/>
              <a:buFont typeface="Arial" panose="020B0604020202020204" pitchFamily="34" charset="0"/>
              <a:buChar char="•"/>
            </a:pPr>
            <a:r>
              <a:rPr lang="en-US" sz="2000" b="1" dirty="0">
                <a:latin typeface="Times New Roman"/>
                <a:ea typeface="Times New Roman"/>
                <a:cs typeface="Times New Roman"/>
                <a:sym typeface="Times New Roman"/>
              </a:rPr>
              <a:t>Voice-Based Assistance</a:t>
            </a:r>
            <a:r>
              <a:rPr lang="en-US" sz="2000" dirty="0">
                <a:latin typeface="Times New Roman"/>
                <a:ea typeface="Times New Roman"/>
                <a:cs typeface="Times New Roman"/>
                <a:sym typeface="Times New Roman"/>
              </a:rPr>
              <a:t>: Enable users to troubleshoot problems using voice command</a:t>
            </a:r>
          </a:p>
          <a:p>
            <a:pPr marL="342900" lvl="0" indent="-342900">
              <a:lnSpc>
                <a:spcPct val="162162"/>
              </a:lnSpc>
              <a:buClr>
                <a:srgbClr val="2B3541"/>
              </a:buClr>
              <a:buSzPts val="1850"/>
              <a:buFont typeface="Arial" panose="020B0604020202020204" pitchFamily="34" charset="0"/>
              <a:buChar char="•"/>
            </a:pPr>
            <a:r>
              <a:rPr lang="en-US" sz="2000" dirty="0">
                <a:latin typeface="Times New Roman"/>
                <a:ea typeface="Times New Roman"/>
                <a:cs typeface="Times New Roman"/>
                <a:sym typeface="Times New Roman"/>
              </a:rPr>
              <a:t> </a:t>
            </a:r>
            <a:r>
              <a:rPr lang="en-US" sz="2000" b="1" dirty="0">
                <a:latin typeface="Times New Roman"/>
                <a:ea typeface="Times New Roman"/>
                <a:cs typeface="Times New Roman"/>
                <a:sym typeface="Times New Roman"/>
              </a:rPr>
              <a:t>Multi-Device Support</a:t>
            </a:r>
            <a:r>
              <a:rPr lang="en-US" sz="2000" dirty="0">
                <a:latin typeface="Times New Roman"/>
                <a:ea typeface="Times New Roman"/>
                <a:cs typeface="Times New Roman"/>
                <a:sym typeface="Times New Roman"/>
              </a:rPr>
              <a:t>: Support different IoT devices and manufacturers.</a:t>
            </a:r>
          </a:p>
          <a:p>
            <a:pPr marL="342900" lvl="0" indent="-342900">
              <a:lnSpc>
                <a:spcPct val="162162"/>
              </a:lnSpc>
              <a:buClr>
                <a:srgbClr val="2B3541"/>
              </a:buClr>
              <a:buSzPts val="1850"/>
              <a:buFont typeface="Arial" panose="020B0604020202020204" pitchFamily="34" charset="0"/>
              <a:buChar char="•"/>
            </a:pPr>
            <a:r>
              <a:rPr lang="en-US" sz="2000" b="1" dirty="0">
                <a:latin typeface="Times New Roman"/>
                <a:ea typeface="Times New Roman"/>
                <a:cs typeface="Times New Roman"/>
                <a:sym typeface="Times New Roman"/>
              </a:rPr>
              <a:t>Multilingual Support: </a:t>
            </a:r>
            <a:r>
              <a:rPr lang="en-US" sz="2000" dirty="0">
                <a:latin typeface="Times New Roman"/>
                <a:ea typeface="Times New Roman"/>
                <a:cs typeface="Times New Roman"/>
                <a:sym typeface="Times New Roman"/>
              </a:rPr>
              <a:t>Provide troubleshooting guidance in multiple languages.</a:t>
            </a:r>
          </a:p>
          <a:p>
            <a:pPr marL="342900" lvl="0" indent="-342900">
              <a:lnSpc>
                <a:spcPct val="162162"/>
              </a:lnSpc>
              <a:buClr>
                <a:srgbClr val="2B3541"/>
              </a:buClr>
              <a:buSzPts val="1850"/>
              <a:buFont typeface="Arial" panose="020B0604020202020204" pitchFamily="34" charset="0"/>
              <a:buChar char="•"/>
            </a:pPr>
            <a:r>
              <a:rPr lang="en-US" sz="2000" dirty="0">
                <a:latin typeface="Times New Roman"/>
                <a:ea typeface="Times New Roman"/>
                <a:cs typeface="Times New Roman"/>
                <a:sym typeface="Times New Roman"/>
              </a:rPr>
              <a:t> </a:t>
            </a:r>
            <a:r>
              <a:rPr lang="en-US" sz="2000" b="1" dirty="0">
                <a:latin typeface="Times New Roman"/>
                <a:ea typeface="Times New Roman"/>
                <a:cs typeface="Times New Roman"/>
                <a:sym typeface="Times New Roman"/>
              </a:rPr>
              <a:t>Automated Issue Detection</a:t>
            </a:r>
            <a:r>
              <a:rPr lang="en-US" sz="2000" dirty="0">
                <a:latin typeface="Times New Roman"/>
                <a:ea typeface="Times New Roman"/>
                <a:cs typeface="Times New Roman"/>
                <a:sym typeface="Times New Roman"/>
              </a:rPr>
              <a:t>: Integrate sensors and device logs to detect problems automatically.</a:t>
            </a:r>
          </a:p>
          <a:p>
            <a:pPr marL="342900" lvl="0" indent="-342900">
              <a:lnSpc>
                <a:spcPct val="162162"/>
              </a:lnSpc>
              <a:buClr>
                <a:srgbClr val="2B3541"/>
              </a:buClr>
              <a:buSzPts val="1850"/>
              <a:buFont typeface="Arial" panose="020B0604020202020204" pitchFamily="34" charset="0"/>
              <a:buChar char="•"/>
            </a:pPr>
            <a:r>
              <a:rPr lang="en-US" sz="2000" dirty="0">
                <a:latin typeface="Times New Roman"/>
                <a:ea typeface="Times New Roman"/>
                <a:cs typeface="Times New Roman"/>
                <a:sym typeface="Times New Roman"/>
              </a:rPr>
              <a:t> </a:t>
            </a:r>
            <a:r>
              <a:rPr lang="en-US" sz="2000" b="1" dirty="0">
                <a:latin typeface="Times New Roman"/>
                <a:ea typeface="Times New Roman"/>
                <a:cs typeface="Times New Roman"/>
                <a:sym typeface="Times New Roman"/>
              </a:rPr>
              <a:t>Mobile Application</a:t>
            </a:r>
            <a:r>
              <a:rPr lang="en-US" sz="2000" dirty="0">
                <a:latin typeface="Times New Roman"/>
                <a:ea typeface="Times New Roman"/>
                <a:cs typeface="Times New Roman"/>
                <a:sym typeface="Times New Roman"/>
              </a:rPr>
              <a:t>: Develop a mobile app for easy access to troubleshooting support</a:t>
            </a:r>
            <a:r>
              <a:rPr lang="en-US" sz="1850" dirty="0">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pic>
        <p:nvPicPr>
          <p:cNvPr id="8" name="Picture 7">
            <a:extLst>
              <a:ext uri="{FF2B5EF4-FFF2-40B4-BE49-F238E27FC236}">
                <a16:creationId xmlns:a16="http://schemas.microsoft.com/office/drawing/2014/main" id="{AE6C4FED-0AB2-41CC-C901-FCF4B306A2A7}"/>
              </a:ext>
            </a:extLst>
          </p:cNvPr>
          <p:cNvPicPr>
            <a:picLocks noChangeAspect="1"/>
          </p:cNvPicPr>
          <p:nvPr/>
        </p:nvPicPr>
        <p:blipFill>
          <a:blip r:embed="rId2"/>
          <a:srcRect l="28994" t="29073" r="30305" b="14696"/>
          <a:stretch>
            <a:fillRect/>
          </a:stretch>
        </p:blipFill>
        <p:spPr>
          <a:xfrm>
            <a:off x="3245005" y="1476935"/>
            <a:ext cx="6144322" cy="5036692"/>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pic>
        <p:nvPicPr>
          <p:cNvPr id="3" name="Picture 2">
            <a:extLst>
              <a:ext uri="{FF2B5EF4-FFF2-40B4-BE49-F238E27FC236}">
                <a16:creationId xmlns:a16="http://schemas.microsoft.com/office/drawing/2014/main" id="{6446945F-0967-E990-A389-BDB43BEEC230}"/>
              </a:ext>
            </a:extLst>
          </p:cNvPr>
          <p:cNvPicPr>
            <a:picLocks noChangeAspect="1"/>
          </p:cNvPicPr>
          <p:nvPr/>
        </p:nvPicPr>
        <p:blipFill>
          <a:blip r:embed="rId2"/>
          <a:stretch>
            <a:fillRect/>
          </a:stretch>
        </p:blipFill>
        <p:spPr>
          <a:xfrm>
            <a:off x="1832280" y="1583472"/>
            <a:ext cx="8248422" cy="4474057"/>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590</TotalTime>
  <Words>872</Words>
  <Application>Microsoft Office PowerPoint</Application>
  <PresentationFormat>Widescreen</PresentationFormat>
  <Paragraphs>122</Paragraphs>
  <Slides>19</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Times New Roman</vt:lpstr>
      <vt:lpstr>Wingdings</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Amruta Anant Gouda</cp:lastModifiedBy>
  <cp:revision>8</cp:revision>
  <dcterms:created xsi:type="dcterms:W3CDTF">2025-07-08T05:06:56Z</dcterms:created>
  <dcterms:modified xsi:type="dcterms:W3CDTF">2026-10-14T17:11:01Z</dcterms:modified>
</cp:coreProperties>
</file>